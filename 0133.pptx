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192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1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6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5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6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3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5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9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8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2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79145-BFDF-4DE5-85A0-CDC5F99E311F}" type="datetimeFigureOut">
              <a:rPr lang="en-US" smtClean="0"/>
              <a:t>5/1/14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67564-64AA-418C-97FC-BCBB473C1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Get Fit App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Made by:</a:t>
            </a:r>
          </a:p>
          <a:p>
            <a:r>
              <a:rPr lang="en-US" sz="2800" dirty="0" smtClean="0"/>
              <a:t>Austin Ottinger, </a:t>
            </a:r>
            <a:r>
              <a:rPr lang="en-US" sz="2800" dirty="0" smtClean="0"/>
              <a:t>Rishabh </a:t>
            </a:r>
            <a:r>
              <a:rPr lang="en-US" sz="2800" dirty="0" smtClean="0"/>
              <a:t>Mittal, </a:t>
            </a:r>
            <a:r>
              <a:rPr lang="en-US" sz="2800" dirty="0" err="1" smtClean="0"/>
              <a:t>Mihir</a:t>
            </a:r>
            <a:r>
              <a:rPr lang="en-US" sz="2800" dirty="0" smtClean="0"/>
              <a:t> </a:t>
            </a:r>
            <a:r>
              <a:rPr lang="en-US" sz="2800" dirty="0" err="1" smtClean="0"/>
              <a:t>Jham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8786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Login to account, create one if you don’t have one</a:t>
            </a:r>
          </a:p>
          <a:p>
            <a:r>
              <a:rPr lang="en-US" sz="2400" dirty="0" smtClean="0"/>
              <a:t>Select meal/food item eaten to store info on</a:t>
            </a:r>
          </a:p>
          <a:p>
            <a:r>
              <a:rPr lang="en-US" sz="2400" dirty="0" smtClean="0"/>
              <a:t>Post button to store meal</a:t>
            </a:r>
          </a:p>
          <a:p>
            <a:r>
              <a:rPr lang="en-US" sz="2400" dirty="0" smtClean="0"/>
              <a:t>Graph displays calorie count for each day in current month</a:t>
            </a:r>
          </a:p>
          <a:p>
            <a:r>
              <a:rPr lang="en-US" sz="2400" dirty="0" smtClean="0"/>
              <a:t>Graph page also shows max, min, and </a:t>
            </a:r>
            <a:r>
              <a:rPr lang="en-US" sz="2400" dirty="0" err="1" smtClean="0"/>
              <a:t>avg</a:t>
            </a:r>
            <a:r>
              <a:rPr lang="en-US" sz="2400" dirty="0" smtClean="0"/>
              <a:t> calorie intake for current month</a:t>
            </a:r>
          </a:p>
          <a:p>
            <a:r>
              <a:rPr lang="en-US" sz="2400" dirty="0" smtClean="0"/>
              <a:t>Meal table shows meals eaten for each day in current month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2124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and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For networking, a server is used to receive requests from the app to store info or request info from database</a:t>
            </a:r>
          </a:p>
          <a:p>
            <a:r>
              <a:rPr lang="en-US" sz="2400" dirty="0" smtClean="0"/>
              <a:t>Database is used to store a table of user accounts and a table of the meal, calorie count, and date for each meal a user has eaten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781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Austin worked on the backend for the app itself, sending requests to the server and parsing data received from the server</a:t>
            </a:r>
          </a:p>
          <a:p>
            <a:r>
              <a:rPr lang="en-US" dirty="0" err="1" smtClean="0"/>
              <a:t>Mihir</a:t>
            </a:r>
            <a:r>
              <a:rPr lang="en-US" dirty="0" smtClean="0"/>
              <a:t> worked on the server itself, and set up the database</a:t>
            </a:r>
          </a:p>
          <a:p>
            <a:r>
              <a:rPr lang="en-US" dirty="0" smtClean="0"/>
              <a:t>Rishabh </a:t>
            </a:r>
            <a:r>
              <a:rPr lang="en-US" dirty="0" smtClean="0"/>
              <a:t>worked on the front-end of the app, designing and creating the layout and user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078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184</Words>
  <Application>Microsoft Macintosh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Get Fit App</vt:lpstr>
      <vt:lpstr>Functionality</vt:lpstr>
      <vt:lpstr>Database and Networking</vt:lpstr>
      <vt:lpstr>Contributions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 Fit App</dc:title>
  <dc:creator>Otto</dc:creator>
  <cp:lastModifiedBy>Rishabh Mittal</cp:lastModifiedBy>
  <cp:revision>4</cp:revision>
  <dcterms:created xsi:type="dcterms:W3CDTF">2014-05-01T20:54:45Z</dcterms:created>
  <dcterms:modified xsi:type="dcterms:W3CDTF">2014-05-02T00:54:40Z</dcterms:modified>
</cp:coreProperties>
</file>